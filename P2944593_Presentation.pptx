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C072-144A-360A-EFD6-E42F7E85C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780" y="429208"/>
            <a:ext cx="9481975" cy="3834882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A Neural Network Model For (Fashion-MNIST) Image Classification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82A9F-3452-E97B-6ECE-510C28F7F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3603171"/>
            <a:ext cx="8825658" cy="203718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Student ID: P2944593</a:t>
            </a:r>
          </a:p>
          <a:p>
            <a:r>
              <a:rPr lang="en-US" dirty="0">
                <a:solidFill>
                  <a:schemeClr val="bg1"/>
                </a:solidFill>
              </a:rPr>
              <a:t>MSc Artificial intelligence</a:t>
            </a:r>
          </a:p>
          <a:p>
            <a:r>
              <a:rPr lang="en-US" dirty="0">
                <a:solidFill>
                  <a:schemeClr val="bg1"/>
                </a:solidFill>
              </a:rPr>
              <a:t>De Montfort University, </a:t>
            </a:r>
          </a:p>
          <a:p>
            <a:r>
              <a:rPr lang="en-US" dirty="0">
                <a:solidFill>
                  <a:schemeClr val="bg1"/>
                </a:solidFill>
              </a:rPr>
              <a:t>November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71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03952-C48B-E8DA-BE7A-82FA3757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AB4E4-7312-ED57-D87F-509DCE0A5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708" y="2468031"/>
            <a:ext cx="9303594" cy="37088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The Dataset: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Fashion-MNIST </a:t>
            </a:r>
          </a:p>
          <a:p>
            <a:r>
              <a:rPr lang="en-US" dirty="0"/>
              <a:t>It contains 70,000 grayscale images (60k training, 10k test) 10 classes like (shirt, coat,).</a:t>
            </a:r>
          </a:p>
          <a:p>
            <a:r>
              <a:rPr lang="en-US" dirty="0"/>
              <a:t>Each image is 28x28 pixels.</a:t>
            </a:r>
          </a:p>
          <a:p>
            <a:pPr marL="0" indent="0">
              <a:buNone/>
            </a:pPr>
            <a:r>
              <a:rPr lang="en-US" b="1" dirty="0"/>
              <a:t>The Task: </a:t>
            </a:r>
          </a:p>
          <a:p>
            <a:r>
              <a:rPr lang="en-US" dirty="0"/>
              <a:t>To build a model that can correctly classify each image into one of 10 clothing categories (like 'T-shirt/top', 'Trouser', 'Coat', 'Sandal', etc.).</a:t>
            </a:r>
          </a:p>
          <a:p>
            <a:pPr marL="0" indent="0">
              <a:buNone/>
            </a:pPr>
            <a:r>
              <a:rPr lang="en-US" b="1" dirty="0"/>
              <a:t>Models: </a:t>
            </a:r>
            <a:r>
              <a:rPr lang="en-US" dirty="0"/>
              <a:t>ANN (MLP with 109,386 parameters) CNN ( 225,034 parameters)</a:t>
            </a:r>
          </a:p>
          <a:p>
            <a:pPr marL="0" indent="0">
              <a:buNone/>
            </a:pPr>
            <a:r>
              <a:rPr lang="en-US" dirty="0"/>
              <a:t>Training: Adam optimizer, cross-entropy loss, 17 epochs</a:t>
            </a:r>
          </a:p>
        </p:txBody>
      </p:sp>
    </p:spTree>
    <p:extLst>
      <p:ext uri="{BB962C8B-B14F-4D97-AF65-F5344CB8AC3E}">
        <p14:creationId xmlns:p14="http://schemas.microsoft.com/office/powerpoint/2010/main" val="74005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9A626-AFE6-DAAA-5A90-F859D529A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9E86D-251B-F64E-7926-73396CA96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• Build &amp; train ANN and CNN for classification</a:t>
            </a:r>
          </a:p>
          <a:p>
            <a:r>
              <a:rPr lang="en-US" dirty="0"/>
              <a:t>• Preprocess images </a:t>
            </a:r>
          </a:p>
          <a:p>
            <a:r>
              <a:rPr lang="en-US" dirty="0"/>
              <a:t>• compare architectures/performance</a:t>
            </a:r>
          </a:p>
          <a:p>
            <a:r>
              <a:rPr lang="en-US" dirty="0"/>
              <a:t>• Analyze confusions(Shirt vs Coat) and Suggest improvements</a:t>
            </a:r>
          </a:p>
        </p:txBody>
      </p:sp>
    </p:spTree>
    <p:extLst>
      <p:ext uri="{BB962C8B-B14F-4D97-AF65-F5344CB8AC3E}">
        <p14:creationId xmlns:p14="http://schemas.microsoft.com/office/powerpoint/2010/main" val="278735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9D5A-8FDA-B9BC-59CD-004D5154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6D7E4-7683-0A95-C955-86094E995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Load and Explore: Loaded the data directly from </a:t>
            </a:r>
            <a:r>
              <a:rPr lang="en-US" dirty="0" err="1"/>
              <a:t>keras.datasets</a:t>
            </a:r>
            <a:r>
              <a:rPr lang="en-US" dirty="0"/>
              <a:t> and visualized samples.</a:t>
            </a:r>
          </a:p>
          <a:p>
            <a:r>
              <a:rPr lang="en-US" dirty="0"/>
              <a:t>Preprocess: Normalize 0-1, add channel, 10% validation split, one hot </a:t>
            </a:r>
            <a:r>
              <a:rPr lang="en-US" dirty="0" err="1"/>
              <a:t>lablel</a:t>
            </a:r>
            <a:endParaRPr lang="en-US" dirty="0"/>
          </a:p>
          <a:p>
            <a:r>
              <a:rPr lang="en-US" dirty="0"/>
              <a:t>Train: Batch 64/128, monitor value loss</a:t>
            </a:r>
          </a:p>
          <a:p>
            <a:r>
              <a:rPr lang="en-US" dirty="0"/>
              <a:t>Analyze &amp; Compare: Compared test accuracy, F1-scores, and confusion matrices to see which model was better and why.</a:t>
            </a:r>
          </a:p>
        </p:txBody>
      </p:sp>
    </p:spTree>
    <p:extLst>
      <p:ext uri="{BB962C8B-B14F-4D97-AF65-F5344CB8AC3E}">
        <p14:creationId xmlns:p14="http://schemas.microsoft.com/office/powerpoint/2010/main" val="321681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BB43C-1C9E-4293-3C15-D8DC2B21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6D864-EA66-3992-231A-9EA467AE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• Original shapes: Train 60K (28x28), Test 10K</a:t>
            </a:r>
          </a:p>
          <a:p>
            <a:r>
              <a:rPr lang="en-US" dirty="0"/>
              <a:t>• After Preprocessing: Normalized, channel added (28x28x1), balanced classes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497C4-11E1-4CD0-C72E-68EAD5752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691" y="4646646"/>
            <a:ext cx="5178492" cy="103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35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7BC0-08CA-706B-58C8-1D8FE81FC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990BD-FB6B-A762-22AD-480B72BA5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ANN: Flatten + Dense 128/64 + </a:t>
            </a:r>
            <a:r>
              <a:rPr lang="en-US" dirty="0" err="1"/>
              <a:t>Droputout</a:t>
            </a:r>
            <a:r>
              <a:rPr lang="en-US" dirty="0"/>
              <a:t> 0.2</a:t>
            </a:r>
          </a:p>
          <a:p>
            <a:r>
              <a:rPr lang="en-US" dirty="0"/>
              <a:t>CNN: Conv2D 32/64 + </a:t>
            </a:r>
            <a:r>
              <a:rPr lang="en-US" dirty="0" err="1"/>
              <a:t>MaxPool</a:t>
            </a:r>
            <a:r>
              <a:rPr lang="en-US" dirty="0"/>
              <a:t> + Dropout 0.3/0.5 + Dense (for features)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6D362-1DA9-E000-A5F3-15229406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4185541"/>
            <a:ext cx="3846254" cy="23233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D00409-3D90-A74D-5503-9B32CF65E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251" y="4185541"/>
            <a:ext cx="3574248" cy="2323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118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C24F-64BB-4D13-CE5E-EAB5DC55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7E4E0-5BA9-0222-170C-6CD4CE2A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2254" y="2360904"/>
            <a:ext cx="8825659" cy="3416300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ANN Test Accuracy: 88.25%</a:t>
            </a:r>
          </a:p>
          <a:p>
            <a:r>
              <a:rPr lang="en-US" dirty="0"/>
              <a:t>CNN Test Accuracy: 90.85% (2.6% improvement)</a:t>
            </a:r>
          </a:p>
          <a:p>
            <a:r>
              <a:rPr lang="en-US" dirty="0"/>
              <a:t>Time ~45-60s GPU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172CDC-F142-2B7A-3E31-A25CC5BA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395" y="4069054"/>
            <a:ext cx="5608767" cy="2267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D49E53-219F-2594-83B8-637593DB3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3" y="3964109"/>
            <a:ext cx="5704404" cy="224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32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C91E-86B4-D94B-DEA3-65023310E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 dirty="0"/>
              <a:t>Evaluation and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A422-2EE7-FAD2-66DD-FBD301400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88" y="1681163"/>
            <a:ext cx="8824913" cy="34163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CNN Macro Average: 0.91 (Precision/Recall/F1)</a:t>
            </a:r>
          </a:p>
          <a:p>
            <a:r>
              <a:rPr lang="en-US" dirty="0"/>
              <a:t>Confusions: Shirt vs Coat (~180 in ANN and ~140 CNN misclassifications)</a:t>
            </a:r>
          </a:p>
          <a:p>
            <a:r>
              <a:rPr lang="en-US" dirty="0"/>
              <a:t>CNN performs better on similar classes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6FE2FC-383E-A75B-7167-28B3438389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88756" y="3429000"/>
            <a:ext cx="3704506" cy="320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61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7B669-989C-61ED-EA6D-6FA1FB8B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Innovation and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2613-2F45-9CB1-EAD0-B80E19D0C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• Innovation: Data augmentation (rotations/shifts/flips/zoom via  </a:t>
            </a:r>
            <a:r>
              <a:rPr lang="en-US" dirty="0" err="1"/>
              <a:t>ImageDataGenerator</a:t>
            </a:r>
            <a:r>
              <a:rPr lang="en-US" dirty="0"/>
              <a:t>)</a:t>
            </a:r>
          </a:p>
          <a:p>
            <a:r>
              <a:rPr lang="en-US" dirty="0"/>
              <a:t>• Regularization: Dropout 0.2-0.5 minimized overfitting.</a:t>
            </a:r>
          </a:p>
          <a:p>
            <a:r>
              <a:rPr lang="en-US" dirty="0"/>
              <a:t>• Suggest: Batch normalization/scheduler for &gt;92%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A7D690-1304-239F-6DE8-E445CAAEE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4733746"/>
            <a:ext cx="1104101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6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69D8-1E8F-AB29-CFCD-53B85ED5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1004-7FF3-BF81-F69F-84840D3D9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• Conclusion: CNN superior due to spatial processing; met all outcomes</a:t>
            </a:r>
          </a:p>
          <a:p>
            <a:r>
              <a:rPr lang="en-US" dirty="0"/>
              <a:t>• </a:t>
            </a:r>
            <a:r>
              <a:rPr lang="en-US" i="1" dirty="0"/>
              <a:t>Insights: Preprocessing is the key; confusions highlights challenges (shirt/coat)</a:t>
            </a:r>
          </a:p>
          <a:p>
            <a:r>
              <a:rPr lang="en-US" i="1" dirty="0"/>
              <a:t>Future work: </a:t>
            </a:r>
            <a:r>
              <a:rPr lang="en-US" dirty="0"/>
              <a:t>To push accuracy over 92%, I would re-train the CNN using  data augmentation.</a:t>
            </a:r>
          </a:p>
          <a:p>
            <a:r>
              <a:rPr lang="en-US" dirty="0"/>
              <a:t>I also experiment with Batch Normalization layers and a learning rate scheduler to further optimize training.</a:t>
            </a:r>
          </a:p>
        </p:txBody>
      </p:sp>
    </p:spTree>
    <p:extLst>
      <p:ext uri="{BB962C8B-B14F-4D97-AF65-F5344CB8AC3E}">
        <p14:creationId xmlns:p14="http://schemas.microsoft.com/office/powerpoint/2010/main" val="77455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{987E5F62-E38E-4F20-9C53-5A23AEB14468}TF229edf6a-8a49-49ee-a0a6-5037052947485fb3ca0c-bc27bf41d645</Template>
  <TotalTime>173</TotalTime>
  <Words>429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 Boardroom</vt:lpstr>
      <vt:lpstr> A Neural Network Model For (Fashion-MNIST) Image Classification </vt:lpstr>
      <vt:lpstr>Introduction and Problem</vt:lpstr>
      <vt:lpstr>Objectives and Learning Outcomes</vt:lpstr>
      <vt:lpstr>Methodology</vt:lpstr>
      <vt:lpstr>Data and Preprocessing</vt:lpstr>
      <vt:lpstr>Model Implementation</vt:lpstr>
      <vt:lpstr>Training Results</vt:lpstr>
      <vt:lpstr>Evaluation and Analysis</vt:lpstr>
      <vt:lpstr>Innovation and Improvements</vt:lpstr>
      <vt:lpstr>Conclusion and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Vamsi Komma</dc:creator>
  <cp:lastModifiedBy>Vamsi Komma</cp:lastModifiedBy>
  <cp:revision>5</cp:revision>
  <dcterms:created xsi:type="dcterms:W3CDTF">2025-11-01T10:47:29Z</dcterms:created>
  <dcterms:modified xsi:type="dcterms:W3CDTF">2025-11-05T10:52:31Z</dcterms:modified>
</cp:coreProperties>
</file>